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936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Health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ENSE707 Software Quality Assurance - Part 2 Presentation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38200" y="4959275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Hita Viswanathan &amp; Sravini Kunapuli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Project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the system solve?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...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...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and Quality Issues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39319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need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issue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Functional and Non-Functional Requirements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FR-01: ...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FR-02: ...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FR-03: ...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46304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NFR-01: ...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NFR-02: ...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NFR-03: ...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Since Assessment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Assessment 1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the same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and Implemented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features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94960" y="1463040"/>
            <a:ext cx="6217920" cy="4480560"/>
          </a:xfrm>
          <a:prstGeom prst="rect">
            <a:avLst/>
          </a:prstGeom>
          <a:solidFill>
            <a:srgbClr val="DCE9F7"/>
          </a:solidFill>
          <a:ln w="19050">
            <a:solidFill>
              <a:srgbClr val="7FA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394960" y="1463040"/>
            <a:ext cx="6217920" cy="44805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of the final prototype]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levels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integration / system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environment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and Execution Results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automated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94960" y="1463040"/>
            <a:ext cx="6217920" cy="4480560"/>
          </a:xfrm>
          <a:prstGeom prst="rect">
            <a:avLst/>
          </a:prstGeom>
          <a:solidFill>
            <a:srgbClr val="DCE9F7"/>
          </a:solidFill>
          <a:ln w="19050">
            <a:solidFill>
              <a:srgbClr val="7FA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394960" y="1463040"/>
            <a:ext cx="6217920" cy="44805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of automated tests / test results]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and Quality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workflow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pull requests, reviews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94960" y="1463040"/>
            <a:ext cx="6217920" cy="4480560"/>
          </a:xfrm>
          <a:prstGeom prst="rect">
            <a:avLst/>
          </a:prstGeom>
          <a:solidFill>
            <a:srgbClr val="DCE9F7"/>
          </a:solidFill>
          <a:ln w="19050">
            <a:solidFill>
              <a:srgbClr val="7FA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394960" y="1463040"/>
            <a:ext cx="6217920" cy="44805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of CI run / GitHub Actions]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and Root Cause Analysis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3931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A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Testing and Metrics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coverage: ...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rate: ...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density: ...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resolved: ...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94960" y="1463040"/>
            <a:ext cx="6217920" cy="4480560"/>
          </a:xfrm>
          <a:prstGeom prst="rect">
            <a:avLst/>
          </a:prstGeom>
          <a:solidFill>
            <a:srgbClr val="DCE9F7"/>
          </a:solidFill>
          <a:ln w="19050">
            <a:solidFill>
              <a:srgbClr val="7FA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394960" y="1463040"/>
            <a:ext cx="6217920" cy="44805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or table of metrics]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Release Decision and Remaining Risks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decision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and why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risks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and how we would handle it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and how we would handle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Use, Risks and Lessons Learned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Copilot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Contributions, Improvements and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1]: ...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2]: ...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335</Words>
  <Application>Microsoft Macintosh PowerPoint</Application>
  <PresentationFormat>Widescreen</PresentationFormat>
  <Paragraphs>126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Problem and Project Scope</vt:lpstr>
      <vt:lpstr>Stakeholders and Quality Issues</vt:lpstr>
      <vt:lpstr>Final Functional and Non-Functional Requirements</vt:lpstr>
      <vt:lpstr>Changes Since Assessment 1</vt:lpstr>
      <vt:lpstr>Final System and Implemented Features</vt:lpstr>
      <vt:lpstr>Testing Approach</vt:lpstr>
      <vt:lpstr>Test Cases and Execution Results</vt:lpstr>
      <vt:lpstr>Test Automation</vt:lpstr>
      <vt:lpstr>CI and Quality Workflow</vt:lpstr>
      <vt:lpstr>Defects and Root Cause Analysis</vt:lpstr>
      <vt:lpstr>Quality Testing and Metrics</vt:lpstr>
      <vt:lpstr>Final Release Decision and Remaining Risks</vt:lpstr>
      <vt:lpstr>GitHub Copilot Use, Risks and Lessons Learned</vt:lpstr>
      <vt:lpstr>Team Contributions, Improvements and 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QA Part 2 Presentation</dc:title>
  <dc:subject>PptxGenJS Presentation</dc:subject>
  <dc:creator>PptxGenJS</dc:creator>
  <cp:lastModifiedBy>Hita Viswanathan</cp:lastModifiedBy>
  <cp:revision>2</cp:revision>
  <dcterms:created xsi:type="dcterms:W3CDTF">2026-09-20T10:32:06Z</dcterms:created>
  <dcterms:modified xsi:type="dcterms:W3CDTF">2026-09-20T11:09:13Z</dcterms:modified>
</cp:coreProperties>
</file>